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47664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Shopping Behavior — End-to-End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• MySQL • SQL • Power BI — analysis of 3,900 purchase records producing actionable business insights and a one-page Power BI dashboard.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5221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Executive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1926332"/>
            <a:ext cx="3053877" cy="2298799"/>
          </a:xfrm>
          <a:prstGeom prst="roundRect">
            <a:avLst>
              <a:gd name="adj" fmla="val 1233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5422367" y="2115344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2367" y="2524026"/>
            <a:ext cx="2675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records, 18 attributes covering demographics, products, spend, ratings, subscriptions, shipping, discounts, and frequency.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1926332"/>
            <a:ext cx="3053976" cy="2298799"/>
          </a:xfrm>
          <a:prstGeom prst="roundRect">
            <a:avLst>
              <a:gd name="adj" fmla="val 1233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8665251" y="2115344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High-level Metrics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65251" y="2524026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revenue $233,081; average purchase $59.76; average rating 3.75/5.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414143"/>
            <a:ext cx="6296860" cy="1391543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5422367" y="460315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Insights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2367" y="5011837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= largest revenue category; males account for larger share of revenue; subscribers do not outspend non-subscribers on average.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759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Objectives &amp; Workflow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42852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819970"/>
            <a:ext cx="5221851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945184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Data Prep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2377976"/>
            <a:ext cx="522185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and inspect CSV with Python / Pandas.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2937073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1475" y="3196828"/>
            <a:ext cx="5221851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3339405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Storage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1475" y="3772198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cleaned data to MySQL (analysis.customer) via SQLAlchemy / PyMySQL.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1475" y="4599087"/>
            <a:ext cx="348448" cy="217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1475" y="4841379"/>
            <a:ext cx="5221851" cy="19050"/>
          </a:xfrm>
          <a:prstGeom prst="rect">
            <a:avLst/>
          </a:prstGeom>
          <a:solidFill>
            <a:srgbClr val="599CE8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5001419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Analysis &amp; Viz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1475" y="5434211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SQL queries for business questions and build a Power BI dashboard.</a:t>
            </a:r>
            <a:endParaRPr lang="en-US" sz="13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4719" y="2342158"/>
            <a:ext cx="5221851" cy="295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2330"/>
            <a:ext cx="6296860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Overview — Key Metrics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33360" y="1198364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3,900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233360" y="1802209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Records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3360" y="2080220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Rows in dataset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33360" y="2545953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$233,081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233360" y="3149798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33360" y="3427809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Recorded revenue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33360" y="3893542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$59.76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233360" y="4497388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233360" y="4775398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transaction amount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33360" y="5241131"/>
            <a:ext cx="6296860" cy="458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3.75/5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233360" y="5844977"/>
            <a:ext cx="629686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 Rating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233360" y="6122988"/>
            <a:ext cx="629686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review score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 Findings — Revenue &amp; Segments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90539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by Gender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74826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Male: $157,890 • Female: $75,191 — difference reflects totals, not per-customer causation.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671094"/>
            <a:ext cx="35042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Subscribers vs Non-Subscribers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450655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No: 2,847 customers, avg $59.87, total $170,436. Yes: 1,053 customers, avg $59.49, total $62,645. Avg spend nearly identical.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910060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78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Product, Discounts &amp; Ratings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56520"/>
            <a:ext cx="762378" cy="952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2956520"/>
            <a:ext cx="246681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Revenue Category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660477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generates the largest share of revenue, followed by Accessories, Footwear, Outerwear.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956520"/>
            <a:ext cx="762378" cy="952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2956520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Discount Rates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365202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discounted items: Hat (50%), Sneakers (49.66%), Coat (49.07%), Sweater (48.17%), Pants (47.37%).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956520"/>
            <a:ext cx="762378" cy="952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2956520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Rated Products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365202"/>
            <a:ext cx="24668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5 average ratings: Gloves 3.86, Sandals 3.84, Boots 3.82, Hat 3.80, Skirt 3.79.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Behavioral Segmentation &amp; Repeat Buyers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38177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Segments (corrected)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22463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(0–1 previous purchases): 83 • Returning (2–10): 701 • Loyal (&gt;10): 3,116.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818731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Repeat Buyers &amp; Subscription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303018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with &gt;5 previous purchases: Yes = 958 (27.6%), No = 2,518 (72.4%). Distribution mirrors overall subscription split.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01" y="1910060"/>
            <a:ext cx="6903269" cy="3911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507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 Group Revenue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14873"/>
            <a:ext cx="3523070" cy="3031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3081" y="1484809"/>
            <a:ext cx="691339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revenue comes from 55+ ($69,590). Use age segmentation in dashboard visuals; create explicit Age Group fields to avoid mismatched chart grouping.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081" y="2220913"/>
            <a:ext cx="6913390" cy="39176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38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 Dashboard &amp; Quality Notes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90205"/>
            <a:ext cx="407074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One-page report: KPI cards, subscription donut, category revenue &amp; sales charts, slicers, age visuals. Use an explicit Age Group column for correct grouping.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969941"/>
            <a:ext cx="4070744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decision-focused KPIs and consistent metric naming.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informative tooltips and dedicated Age Group measures.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9726" y="2070596"/>
            <a:ext cx="6336745" cy="3590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5363"/>
            <a:ext cx="629686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Recommendations, Limitations &amp; Next Steps</a:t>
            </a:r>
            <a:endParaRPr lang="en-US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881981"/>
            <a:ext cx="3065386" cy="21422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05808" y="2078236"/>
            <a:ext cx="259668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&amp; DB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5505808" y="2454771"/>
            <a:ext cx="2596688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 column names (e.g., purchase_amount); validate types during load; keep credentials out of notebooks (env vars / secrets manager).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64834" y="1881981"/>
            <a:ext cx="3065386" cy="21422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37282" y="2078236"/>
            <a:ext cx="259668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737282" y="2454771"/>
            <a:ext cx="2596688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date fields for time-series, analyze conversion by segment, compare discount effectiveness by product, margin, and repeat behavior.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190305"/>
            <a:ext cx="3065386" cy="21422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05808" y="4386560"/>
            <a:ext cx="259668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5505808" y="4763095"/>
            <a:ext cx="2596688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explicit Age Group fields, consistent naming, focused KPIs and clearer visuals to support decisions.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64834" y="4190305"/>
            <a:ext cx="3065386" cy="21422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737282" y="4386560"/>
            <a:ext cx="259668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8737282" y="4763095"/>
            <a:ext cx="2596688" cy="137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Snapshot data — no causation claims; revenue excludes cost/margin/returns; segmentation is rule-based and requires validation.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2026-09-18T18:56:44Z</dcterms:created>
  <dcterms:modified xsi:type="dcterms:W3CDTF">2026-09-18T18:56:44Z</dcterms:modified>
</cp:coreProperties>
</file>